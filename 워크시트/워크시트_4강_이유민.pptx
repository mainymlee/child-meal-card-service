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solidFill>
            <a:srgbClr val="F7F7F7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804672"/>
            <a:ext cx="8010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오늘의 목표는 범위 확정과 첫 화면 하나입니다.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2710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2435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1 · 멘토 코칭 메모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1792" y="16093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들은 대로 적지 말고 분류해서 적습니다.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38528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645920"/>
                <a:gridCol w="3108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멘토 피드백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 / 보류 / 거절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2 · MVP 범위표</a:t>
            </a:r>
            <a:endParaRPr lang="en-US" sz="13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 (이번에 만든다)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나중 (아이디어톤 뒤에)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버림 (하지 않는다)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2552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화면 개수: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57400" y="3493008"/>
            <a:ext cx="66294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3 · 화면 설계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2286000"/>
                <a:gridCol w="2286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 완료 체크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올바른 팀 폴더에서 실행했다 (pwd 확인)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44475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생성 전에 계획을 읽고 승인했다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170078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브라우저에 첫 화면이 떴다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19568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터미널에 에러가 없다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화면을 캡처해 워크시트에 붙였다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5237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폴더 위치 (팀원 전원이 알 것):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2761488"/>
            <a:ext cx="52578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2026-07-29T15:22:02Z</dcterms:created>
  <dcterms:modified xsi:type="dcterms:W3CDTF">2026-07-29T15:22:02Z</dcterms:modified>
</cp:coreProperties>
</file>