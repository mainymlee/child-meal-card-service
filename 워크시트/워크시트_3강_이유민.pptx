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78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오늘은 코드를 한 줄도 치지 않습니다. 이 문서가 4회차 스캐폴딩의 설계도가 됩니다.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서비스 정의서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한 문장 — (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결식 아동</a:t>
            </a:r>
            <a:r>
              <a:rPr lang="en-US" altLang="ko-KR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)은(는) (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끼니를 거르는 일이 반복되기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) </a:t>
            </a:r>
            <a:r>
              <a:rPr lang="en-US" sz="105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때문에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 부족으로 인해 건강 악화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불편합니다.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614612"/>
              </p:ext>
            </p:extLst>
          </p:nvPr>
        </p:nvGraphicFramePr>
        <p:xfrm>
          <a:off x="457200" y="2023403"/>
          <a:ext cx="822960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한 명 (구체적으로)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ko-KR" sz="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춘천시에 사는 11세 초등학생 김지민(가상 인물)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한부모 가정으로 급식카드 대상자. 부모가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오후·저녁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근무를 해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방과후·주말·방학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 혼자 끼니를 챙겨야 함. 부모에게 물려받은 구형 스마트폰으로 인터넷은 되지만, 가맹점이 어디 있는지 매번 검색하기 귀찮아서 습관적으로 집 앞 편의점에서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삼각김밥·컵라면으로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때움.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기능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 지도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기능 2 (없으면 비움)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챗봇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균형 메뉴 추천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사용법 안내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소개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"오늘 급식카드로 뭐 먹을지, 가까운 맛집과 균형 잡힌 메뉴를 알려주는 서비스"</a:t>
                      </a:r>
                      <a:endParaRPr lang="en-US" sz="100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8953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않을 것 3개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41879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(1)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발급</a:t>
            </a:r>
            <a:r>
              <a:rPr lang="en-US" altLang="ko-KR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</a:t>
            </a:r>
            <a:r>
              <a:rPr lang="en-US" altLang="ko-KR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대행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                         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44439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(2)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r>
              <a:rPr lang="en-US" altLang="ko-KR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충전 기능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                                   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47000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(3)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</a:t>
            </a:r>
            <a:r>
              <a:rPr lang="en-US" altLang="ko-KR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교사용 실시간 감시 기능</a:t>
            </a: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                                   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3D557-D38A-7B60-2599-E8BB9266BC34}"/>
              </a:ext>
            </a:extLst>
          </p:cNvPr>
          <p:cNvSpPr txBox="1"/>
          <p:nvPr/>
        </p:nvSpPr>
        <p:spPr>
          <a:xfrm>
            <a:off x="7086600" y="201168"/>
            <a:ext cx="149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FullStack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화면 흐름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과업을 완료하는 최소 화면으로. 3~4개를 권장합니다.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22921"/>
              </p:ext>
            </p:extLst>
          </p:nvPr>
        </p:nvGraphicFramePr>
        <p:xfrm>
          <a:off x="457200" y="1481328"/>
          <a:ext cx="8229600" cy="230428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이름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하는 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홈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오늘 뭐 먹지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?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 클릭 또는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챗봇에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추천 결과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추천 결과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지도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+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균형 메뉴 추천 리스트 확인후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 상세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 상세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거리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영업시간 확인 후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길찾기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클릭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길안내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(선택)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챗봇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대화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지도 대신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챗봇에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직접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추천 결과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1ADCF88-5E1A-8F05-5C37-CC71A54C4850}"/>
              </a:ext>
            </a:extLst>
          </p:cNvPr>
          <p:cNvSpPr txBox="1"/>
          <p:nvPr/>
        </p:nvSpPr>
        <p:spPr>
          <a:xfrm>
            <a:off x="7086600" y="201168"/>
            <a:ext cx="149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FullStack</a:t>
            </a:r>
            <a:endParaRPr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구조 문서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화면마다 세 줄씩 적습니다.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858541"/>
              </p:ext>
            </p:extLst>
          </p:nvPr>
        </p:nvGraphicFramePr>
        <p:xfrm>
          <a:off x="457200" y="1481328"/>
          <a:ext cx="8229600" cy="19933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홈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오늘 뭐 먹지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?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버튼을 누르거나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챗봇에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직접 질문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위치 기반 주면  가맹점 여부 파악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챗봇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질의 의도 해석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현재 위치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(GPS),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급식카드 연동 정보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최근 대화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결과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지도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리스트에서 추천 가맹점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 확인 후 하나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 실시간 영업 여부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거리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계산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최근 섭취 기록 기반 영양 균형 메뉴 정렬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추천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 위치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영업시간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DB,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사용자 최근 섭취 기록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영양 기록 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 err="1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챗봇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거리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영업시간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확인 후 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“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길 찾기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“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클릭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실시간 경로 안내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방문 후 먹은 메뉴 기록 제안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다음 추천 정확도 향상용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가맹점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상세 정보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메뉴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추천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경로 데이터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섭취 기록 업데이트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82F36EA-0E94-028C-E39E-03C68B6E03E7}"/>
              </a:ext>
            </a:extLst>
          </p:cNvPr>
          <p:cNvSpPr txBox="1"/>
          <p:nvPr/>
        </p:nvSpPr>
        <p:spPr>
          <a:xfrm>
            <a:off x="7086600" y="201168"/>
            <a:ext cx="149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FullStack</a:t>
            </a:r>
            <a:endParaRPr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 검토 기록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96593"/>
              </p:ext>
            </p:extLst>
          </p:nvPr>
        </p:nvGraphicFramePr>
        <p:xfrm>
          <a:off x="457200" y="1188720"/>
          <a:ext cx="8229600" cy="120700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계획 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/ 수정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카드 발급 대행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카드를 발급하고 결제를 대신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해주는게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아님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보호자 감시 기능 제외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결식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카드을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보호자가 남용하는 경우가 많음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252374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한 줄 소개를 소리 내 읽어봤을 때 자연스럽다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77977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LMS 3회차 과제란에 워크시트 제출</a:t>
            </a:r>
            <a:endParaRPr 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90535-55D5-292C-A574-4AB9FCB5CAF0}"/>
              </a:ext>
            </a:extLst>
          </p:cNvPr>
          <p:cNvSpPr txBox="1"/>
          <p:nvPr/>
        </p:nvSpPr>
        <p:spPr>
          <a:xfrm>
            <a:off x="7086600" y="201168"/>
            <a:ext cx="149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FullStack</a:t>
            </a: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520</Words>
  <Application>Microsoft Office PowerPoint</Application>
  <PresentationFormat>화면 슬라이드 쇼(16:9)</PresentationFormat>
  <Paragraphs>89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YuMin Lee</cp:lastModifiedBy>
  <cp:revision>3</cp:revision>
  <dcterms:created xsi:type="dcterms:W3CDTF">2026-07-29T15:22:02Z</dcterms:created>
  <dcterms:modified xsi:type="dcterms:W3CDTF">2026-08-11T07:38:14Z</dcterms:modified>
</cp:coreProperties>
</file>