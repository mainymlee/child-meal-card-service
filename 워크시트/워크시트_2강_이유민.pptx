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237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hw.go.kr/board.es?mid=a10503010100&amp;bid=0027&amp;act=view&amp;list_no=1490994&amp;tag=&amp;nPage=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yeongin.com/article/1758976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팀빌딩과 문제 발굴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워크시트 1은 팀 확정 전 개인 기록입니다. 팀 확정 후에는 팀 단위로 작성합니다.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1분 피칭 기록 (개인)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소개 문장 — 저는 (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은둔 청년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)에 관심이 있고, (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)을 잘합니다. 1회차엔 ( </a:t>
            </a:r>
            <a:r>
              <a:rPr lang="ko-KR" altLang="en-US" sz="105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딥페이크</a:t>
            </a:r>
            <a:r>
              <a:rPr lang="en-US" altLang="ko-KR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사이트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)을 만들었습니다.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957105"/>
              </p:ext>
            </p:extLst>
          </p:nvPr>
        </p:nvGraphicFramePr>
        <p:xfrm>
          <a:off x="457200" y="1938528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기억에 남는 사람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관심 문제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최시온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지역 공원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저활용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낙후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이병욱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결식 아동 카드 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19125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21792" y="316382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정보</a:t>
            </a:r>
            <a:endParaRPr lang="en-US" sz="13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524992"/>
              </p:ext>
            </p:extLst>
          </p:nvPr>
        </p:nvGraphicFramePr>
        <p:xfrm>
          <a:off x="457200" y="3566160"/>
          <a:ext cx="8229600" cy="133502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팀명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FullStack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(4~5인)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이유민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최시온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김진용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장효준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이병욱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등록 완료 (웹 또는 팀 보드)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팀빌딩과 문제 발굴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후보와 근거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3개, 후보마다 신뢰할 수 있는 근거와 출처를 붙입니다.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1955"/>
              </p:ext>
            </p:extLst>
          </p:nvPr>
        </p:nvGraphicFramePr>
        <p:xfrm>
          <a:off x="457200" y="1481328"/>
          <a:ext cx="8229600" cy="24505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문제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사실·통계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결식 아동 카드 미사용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’24년 기준 카드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충전액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 전부 사용되지 못하고 소멸된 금액이 총 171억 원으로 전체 충전금액(약 2,207억 원)의 약 7.8%에 달했다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ko-KR" sz="1000" dirty="0">
                          <a:hlinkClick r:id="rId3"/>
                        </a:rPr>
                        <a:t>『결식아동 급식카드 운영실태 조사결과』 발표 &lt; 전체 &lt; 보도자료 &lt; 알림 : 힘이 되는 평생 친구, 보건복지부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지역공원 </a:t>
                      </a:r>
                      <a:r>
                        <a:rPr lang="ko-KR" altLang="en-US" sz="1000" dirty="0" err="1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저활용</a:t>
                      </a:r>
                      <a:r>
                        <a:rPr lang="en-US" altLang="ko-KR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가평군이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수십억원을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들여 조성한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명지산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출렁다리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등 관광시설의 실효성 미흡 지적(2월9일자 7면 보도)이 잇따르는 가운데, 북면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목동근린공원전망대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역시 하루 평균 방문객이 30여 명에 그치며 ‘혈세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낭비’라는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비판이 나오고 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ko-KR" sz="1000" dirty="0">
                          <a:hlinkClick r:id="rId4"/>
                        </a:rPr>
                        <a:t>50억짜리 가평 ‘</a:t>
                      </a:r>
                      <a:r>
                        <a:rPr lang="ko-KR" altLang="ko-KR" sz="1000" dirty="0" err="1">
                          <a:hlinkClick r:id="rId4"/>
                        </a:rPr>
                        <a:t>목동근린공원전망대</a:t>
                      </a:r>
                      <a:r>
                        <a:rPr lang="ko-KR" altLang="ko-KR" sz="1000" dirty="0">
                          <a:hlinkClick r:id="rId4"/>
                        </a:rPr>
                        <a:t>’ 하루 33명 방문 그쳐… “혈세낭비”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은둔청년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고립·은둔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청년의 75.4%가 자살 생각을 했다고 응답 (전체 청년 평균 2.3%와 비교하면 압도적으로 높음)</a:t>
                      </a:r>
                    </a:p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imnews.imbc.com/news/2023/society/article/6552839_36126.html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팀빌딩과 문제 발굴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과제 풀 매칭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준비된 과제 풀 10개와 우리 후보를 비교합니다. 직접 발굴한 주제도 인정됩니다.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936689"/>
              </p:ext>
            </p:extLst>
          </p:nvPr>
        </p:nvGraphicFramePr>
        <p:xfrm>
          <a:off x="457200" y="1481328"/>
          <a:ext cx="8229600" cy="23042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겹침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겹침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아동결식카드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식단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은든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청년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전통시장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의원-요양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농어촌 교통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관광-숙박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지역 공원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저활용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아동결식카드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가맹점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농업 판로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아동결식카드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사용법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 품질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팀빌딩과 문제 발굴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후보와 고른 이유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25346"/>
              </p:ext>
            </p:extLst>
          </p:nvPr>
        </p:nvGraphicFramePr>
        <p:xfrm>
          <a:off x="457200" y="1188720"/>
          <a:ext cx="8229600" cy="12984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후보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고른 이유 (실현 가능성 · 팀 관심도)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결식 아동 카드 미사용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B (없으면 비움)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은둔 청년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26151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멘토에게 최종 컨펌을 받았다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팀빌딩과 문제 발굴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4 · 역할표와 팀 규칙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782195"/>
              </p:ext>
            </p:extLst>
          </p:nvPr>
        </p:nvGraphicFramePr>
        <p:xfrm>
          <a:off x="457200" y="1188720"/>
          <a:ext cx="8229600" cy="16093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주 할 일 1개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및 리서치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김진용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이병욱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(어필 포인트)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이유민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최시온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장효준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002101"/>
              </p:ext>
            </p:extLst>
          </p:nvPr>
        </p:nvGraphicFramePr>
        <p:xfrm>
          <a:off x="457200" y="2926080"/>
          <a:ext cx="8229600" cy="1280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규칙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팀의 약속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 (수단·응답 시간)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방식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회의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 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미리 이야기 하기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504</Words>
  <Application>Microsoft Office PowerPoint</Application>
  <PresentationFormat>화면 슬라이드 쇼(16:9)</PresentationFormat>
  <Paragraphs>117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YuMin Lee</cp:lastModifiedBy>
  <cp:revision>3</cp:revision>
  <dcterms:created xsi:type="dcterms:W3CDTF">2026-07-29T15:22:02Z</dcterms:created>
  <dcterms:modified xsi:type="dcterms:W3CDTF">2026-08-07T06:45:33Z</dcterms:modified>
</cp:coreProperties>
</file>