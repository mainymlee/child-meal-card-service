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20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ild-meal-card-service.vercel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MVP 개발과 배포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 배포 링크를 얻는 게 목표입니다. 이 링크가 8회차 발표까지 따라옵니다.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개발 로그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기능 한 문장 — "(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금액을 입력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)</a:t>
            </a:r>
            <a:r>
              <a:rPr lang="en-US" sz="105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메뉴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)가 나오는 것"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971676"/>
              </p:ext>
            </p:extLst>
          </p:nvPr>
        </p:nvGraphicFramePr>
        <p:xfrm>
          <a:off x="457200" y="1938528"/>
          <a:ext cx="8229600" cy="16093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지시한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지시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UI_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프로토타입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.html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을 기반으로 서비스 개발해줘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목데이터를 사용한 웹 페이지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데이터를 목데이터 말고 실제 데이터 사용해줘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데이터를 목데이터 말고 실제 데이터 사용해줘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후평동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기준 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274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개의 가맹점 표시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Vercel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배포를 목적으로 프로젝트 파일들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깃허브에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업로드해줘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Vercel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배포를 목적으로 프로젝트 파일들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깃허브에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업로드해줘</a:t>
                      </a:r>
                      <a:endParaRPr lang="en-US" alt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개발 관련 파일들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깃허브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업로드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36758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저장 기능: 새로고침 뒤에도 내용이 남는다 (저장을 넣은 팀만)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F342EA-9B3C-7AA9-872F-5D8BF9A359A2}"/>
              </a:ext>
            </a:extLst>
          </p:cNvPr>
          <p:cNvSpPr txBox="1"/>
          <p:nvPr/>
        </p:nvSpPr>
        <p:spPr>
          <a:xfrm>
            <a:off x="7086599" y="130126"/>
            <a:ext cx="110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Full Stack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MVP 개발과 배포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배포 링크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362218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URL (제일 중요)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ko-KR" sz="1000" dirty="0">
                          <a:hlinkClick r:id="rId3"/>
                        </a:rPr>
                        <a:t>한끼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탭에서 열림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휴대폰에서 열림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화면·코드에 개인정보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B9C298C-0D1B-9C12-9C4A-4A9F88CD917A}"/>
              </a:ext>
            </a:extLst>
          </p:cNvPr>
          <p:cNvSpPr txBox="1"/>
          <p:nvPr/>
        </p:nvSpPr>
        <p:spPr>
          <a:xfrm>
            <a:off x="7086599" y="130126"/>
            <a:ext cx="110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Full Stack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MVP 개발과 배포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피칭 3단 대본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50931"/>
              </p:ext>
            </p:extLst>
          </p:nvPr>
        </p:nvGraphicFramePr>
        <p:xfrm>
          <a:off x="457200" y="1188720"/>
          <a:ext cx="8229600" cy="193852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(누구의 어떤 불편)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Ui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 너무 서비스 타겟과 맞지 않음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(MVP가 푸는 방식)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대가 많이 사용하는 앱 디자인 참고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(보여줄 순서)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,-&gt;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추천 지도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100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25526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백업: 30초 화면 녹화 또는 캡처를 남겼다</a:t>
            </a:r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39C19-E49A-45C8-A3E8-0F458C1C8C71}"/>
              </a:ext>
            </a:extLst>
          </p:cNvPr>
          <p:cNvSpPr txBox="1"/>
          <p:nvPr/>
        </p:nvSpPr>
        <p:spPr>
          <a:xfrm>
            <a:off x="7086599" y="130126"/>
            <a:ext cx="110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Full Stack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238</Words>
  <Application>Microsoft Office PowerPoint</Application>
  <PresentationFormat>화면 슬라이드 쇼(16:9)</PresentationFormat>
  <Paragraphs>51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YuMin Lee</cp:lastModifiedBy>
  <cp:revision>2</cp:revision>
  <dcterms:created xsi:type="dcterms:W3CDTF">2026-07-29T15:22:02Z</dcterms:created>
  <dcterms:modified xsi:type="dcterms:W3CDTF">2026-08-18T07:37:29Z</dcterms:modified>
</cp:coreProperties>
</file>