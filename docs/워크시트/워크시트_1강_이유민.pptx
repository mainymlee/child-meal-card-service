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971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Claude Code 입문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개인별로 작성합니다. 파일 이름 뒤에 본인 이름을 붙이세요. 예: 1강 워크시트 — 김멋사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첫 대화 기록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16093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나눈 첫 대화를 한 줄로 남깁니다.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800879"/>
              </p:ext>
            </p:extLst>
          </p:nvPr>
        </p:nvGraphicFramePr>
        <p:xfrm>
          <a:off x="457200" y="1938528"/>
          <a:ext cx="8229600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보낸 첫 지시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우리 폴더 안에 파일들이 많은데 어떤 게 들어있는지 설명해줘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한 일 (한 줄 요약)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 구조를 설명하고, 아이디어 5개 중 '시간표 한눈에 보기'를 골라 app/page.tsx에 구현해 브라우저에서 동작을 확인함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웹페이지 캡처 붙이기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37307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   화면이 브라우저에 떴다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39867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계획(Plan)을 읽고 승인했다</a:t>
            </a:r>
            <a:endParaRPr lang="en-US" sz="10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50A4D51-280B-FE32-6859-DCEF5A6A9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361" y="3209214"/>
            <a:ext cx="3777861" cy="16744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5D9C4DA-F445-FDD2-4510-6A750E18EC77}"/>
              </a:ext>
            </a:extLst>
          </p:cNvPr>
          <p:cNvSpPr txBox="1"/>
          <p:nvPr/>
        </p:nvSpPr>
        <p:spPr>
          <a:xfrm>
            <a:off x="7086600" y="201168"/>
            <a:ext cx="1163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이유민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Claude Code 입문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관심 사회문제 메모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팀빌딩의 재료가 됩니다. 사실은 내 말로 요약하고, 출처는 직접 열어 확인합니다.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사회문제: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65960" y="1719072"/>
            <a:ext cx="672084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1704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사실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날짜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시정요구 3년간 12배 증가(1,913→23,109건), 피해자 78%가 10·20대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미디어오늘 mediatoday.co.kr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2026-08-04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집중단속 7개월간 963명 검거, 피의자 62%가 10대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뉴시스(아주대 인권센터 재게시)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2026-08-04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66928" y="3145536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실제 인물의 이름·연락처 같은 개인정보는 수집하지 않습니다.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21792" y="3584448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(2회차 전까지)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39867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관심 사회문제 1개 추가 (총 2개)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42428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내 강점 한 줄 정리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4498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Claude Code 로그인과 스타터 템플릿 폴더 확인</a:t>
            </a:r>
            <a:endParaRPr lang="en-US" sz="1050" dirty="0"/>
          </a:p>
        </p:txBody>
      </p:sp>
      <p:sp>
        <p:nvSpPr>
          <p:cNvPr id="20" name="TextBox 19"/>
          <p:cNvSpPr txBox="1"/>
          <p:nvPr/>
        </p:nvSpPr>
        <p:spPr>
          <a:xfrm>
            <a:off x="1965960" y="1481328"/>
            <a:ext cx="6720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딥페이크·디지털 성범죄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E7F88D-5909-0C17-CE2B-B0A37F82ED5E}"/>
              </a:ext>
            </a:extLst>
          </p:cNvPr>
          <p:cNvSpPr txBox="1"/>
          <p:nvPr/>
        </p:nvSpPr>
        <p:spPr>
          <a:xfrm>
            <a:off x="7086600" y="201168"/>
            <a:ext cx="1163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이유민</a:t>
            </a: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253</Words>
  <Application>Microsoft Office PowerPoint</Application>
  <PresentationFormat>화면 슬라이드 쇼(16:9)</PresentationFormat>
  <Paragraphs>43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YuMin Lee</cp:lastModifiedBy>
  <cp:revision>2</cp:revision>
  <dcterms:created xsi:type="dcterms:W3CDTF">2026-07-29T15:22:02Z</dcterms:created>
  <dcterms:modified xsi:type="dcterms:W3CDTF">2026-08-04T07:38:09Z</dcterms:modified>
</cp:coreProperties>
</file>